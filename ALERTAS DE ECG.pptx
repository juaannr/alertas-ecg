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07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07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972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82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108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528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152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257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012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229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9333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4859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481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256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1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2274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331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534B696-5184-483F-B353-382DB75A78CA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A144F40-B11F-4A4F-87DA-CDDF1A007E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8809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C1085-A882-9739-20DB-230976AC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558498"/>
            <a:ext cx="8001000" cy="1016603"/>
          </a:xfrm>
        </p:spPr>
        <p:txBody>
          <a:bodyPr/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ALERTAS DE ECG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FB9335-776E-42E2-DB37-81FB599E2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233057"/>
            <a:ext cx="6400800" cy="3066445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de Sistemas Inteligentes</a:t>
            </a:r>
          </a:p>
          <a:p>
            <a:endParaRPr lang="es-E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Lacoste:</a:t>
            </a:r>
          </a:p>
          <a:p>
            <a:pPr marL="342900" indent="-342900">
              <a:buFontTx/>
              <a:buChar char="-"/>
            </a:pPr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Juan Rondan Ramos</a:t>
            </a:r>
          </a:p>
          <a:p>
            <a:pPr marL="342900" indent="-342900">
              <a:buFontTx/>
              <a:buChar char="-"/>
            </a:pPr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Domingo Pujante López de Ochoa</a:t>
            </a:r>
          </a:p>
          <a:p>
            <a:pPr marL="342900" indent="-342900">
              <a:buFontTx/>
              <a:buChar char="-"/>
            </a:pPr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David Madrid del Amor</a:t>
            </a:r>
          </a:p>
        </p:txBody>
      </p:sp>
    </p:spTree>
    <p:extLst>
      <p:ext uri="{BB962C8B-B14F-4D97-AF65-F5344CB8AC3E}">
        <p14:creationId xmlns:p14="http://schemas.microsoft.com/office/powerpoint/2010/main" val="421793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D3607A-A9DF-ECC3-8FAD-A856402B8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ÍNDICE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F1D38-B976-63E1-519F-84FDF0A6E850}"/>
              </a:ext>
            </a:extLst>
          </p:cNvPr>
          <p:cNvSpPr txBox="1"/>
          <p:nvPr/>
        </p:nvSpPr>
        <p:spPr>
          <a:xfrm>
            <a:off x="684212" y="1500202"/>
            <a:ext cx="80726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Metodología 101</a:t>
            </a:r>
          </a:p>
          <a:p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Lectura de datos de entrada</a:t>
            </a:r>
          </a:p>
          <a:p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Reglas:</a:t>
            </a:r>
          </a:p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Reglas de medidas</a:t>
            </a:r>
          </a:p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Reglas de complejos – intervalos</a:t>
            </a:r>
          </a:p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Reglas para la detección de patologías</a:t>
            </a:r>
          </a:p>
        </p:txBody>
      </p:sp>
    </p:spTree>
    <p:extLst>
      <p:ext uri="{BB962C8B-B14F-4D97-AF65-F5344CB8AC3E}">
        <p14:creationId xmlns:p14="http://schemas.microsoft.com/office/powerpoint/2010/main" val="100957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4101-99E0-E3B4-2857-AD6047150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30CE98-6BA3-5329-E7A6-7C68B7219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METODOLOGÍA 101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1E1A6CE-3D3B-CF2A-A80F-22FFD013C2FA}"/>
              </a:ext>
            </a:extLst>
          </p:cNvPr>
          <p:cNvSpPr txBox="1"/>
          <p:nvPr/>
        </p:nvSpPr>
        <p:spPr>
          <a:xfrm>
            <a:off x="684212" y="1664478"/>
            <a:ext cx="5943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Determinar Alcance y Dominio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Tipos de Ondas, Intervalos, Complejos…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Ritmo Cardiaco, Ciclos, Picos máximos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Patologías específicas</a:t>
            </a:r>
          </a:p>
          <a:p>
            <a:pPr marL="742950" lvl="1" indent="-285750">
              <a:buFontTx/>
              <a:buChar char="-"/>
            </a:pP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108F83-E595-B0F1-B4E7-4F0E1CC2D361}"/>
              </a:ext>
            </a:extLst>
          </p:cNvPr>
          <p:cNvSpPr txBox="1"/>
          <p:nvPr/>
        </p:nvSpPr>
        <p:spPr>
          <a:xfrm>
            <a:off x="684212" y="3418805"/>
            <a:ext cx="6956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Considerar uso de ontología existente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Descartado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Ontologías investigadas excesivamente amplias y complejas</a:t>
            </a:r>
          </a:p>
          <a:p>
            <a:pPr marL="800100" lvl="1" indent="-342900">
              <a:buAutoNum type="arabicPeriod" startAt="2"/>
            </a:pP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2D61EE-74DB-6FBC-EE30-341972174014}"/>
              </a:ext>
            </a:extLst>
          </p:cNvPr>
          <p:cNvSpPr txBox="1"/>
          <p:nvPr/>
        </p:nvSpPr>
        <p:spPr>
          <a:xfrm>
            <a:off x="684212" y="4896133"/>
            <a:ext cx="7768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  Enumeración de términos importantes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Onda, ECG, ciclos, picos, intervalo, complejo, enfermedad, diagnóstico…</a:t>
            </a:r>
          </a:p>
          <a:p>
            <a:pPr marL="800100" lvl="1" indent="-342900">
              <a:buAutoNum type="arabicPeriod" startAt="2"/>
            </a:pP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23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E970-EBBB-3154-B033-86F4A04E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689C27-2960-4076-79AB-D9987E10A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METODOLOGÍA 101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4EF51A-8527-2D85-0EF9-2B45BFB47DAD}"/>
              </a:ext>
            </a:extLst>
          </p:cNvPr>
          <p:cNvSpPr txBox="1"/>
          <p:nvPr/>
        </p:nvSpPr>
        <p:spPr>
          <a:xfrm>
            <a:off x="1066527" y="2369452"/>
            <a:ext cx="123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72C954-96E7-FF96-522A-4B7F3F9515A8}"/>
              </a:ext>
            </a:extLst>
          </p:cNvPr>
          <p:cNvSpPr txBox="1"/>
          <p:nvPr/>
        </p:nvSpPr>
        <p:spPr>
          <a:xfrm>
            <a:off x="4687057" y="2369452"/>
            <a:ext cx="156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INTERVALO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D7F791-1A09-9E0D-7466-ED4F9A40F258}"/>
              </a:ext>
            </a:extLst>
          </p:cNvPr>
          <p:cNvSpPr txBox="1"/>
          <p:nvPr/>
        </p:nvSpPr>
        <p:spPr>
          <a:xfrm>
            <a:off x="8995445" y="2369452"/>
            <a:ext cx="1569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32D79A-4598-B88A-DCC2-638CBE1ED6F8}"/>
              </a:ext>
            </a:extLst>
          </p:cNvPr>
          <p:cNvSpPr txBox="1"/>
          <p:nvPr/>
        </p:nvSpPr>
        <p:spPr>
          <a:xfrm>
            <a:off x="515620" y="2876079"/>
            <a:ext cx="23088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Ciclo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Inicio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Pico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1D518CF-7DAD-9BA5-DC74-2F248D3DD242}"/>
              </a:ext>
            </a:extLst>
          </p:cNvPr>
          <p:cNvSpPr txBox="1"/>
          <p:nvPr/>
        </p:nvSpPr>
        <p:spPr>
          <a:xfrm>
            <a:off x="4630420" y="2876079"/>
            <a:ext cx="2308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Ciclo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Duración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092171-6EA8-756A-C973-45BF27931B5F}"/>
              </a:ext>
            </a:extLst>
          </p:cNvPr>
          <p:cNvSpPr txBox="1"/>
          <p:nvPr/>
        </p:nvSpPr>
        <p:spPr>
          <a:xfrm>
            <a:off x="8547100" y="2876079"/>
            <a:ext cx="2308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Enfermedad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Numero Ciclos</a:t>
            </a:r>
          </a:p>
          <a:p>
            <a:pPr marL="285750" indent="-285750">
              <a:buFontTx/>
              <a:buChar char="-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Ritmo Cardiaco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9DDCA27-ACEA-875D-95F7-70FFB85213D7}"/>
              </a:ext>
            </a:extLst>
          </p:cNvPr>
          <p:cNvSpPr txBox="1"/>
          <p:nvPr/>
        </p:nvSpPr>
        <p:spPr>
          <a:xfrm>
            <a:off x="1301306" y="4629513"/>
            <a:ext cx="198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ENUMERADOS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8B4F6D8-F03C-5343-ADFC-D8C15AB36BE2}"/>
              </a:ext>
            </a:extLst>
          </p:cNvPr>
          <p:cNvSpPr txBox="1"/>
          <p:nvPr/>
        </p:nvSpPr>
        <p:spPr>
          <a:xfrm>
            <a:off x="1659890" y="5088499"/>
            <a:ext cx="503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TIPO_ONDAS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P, Q, R, S, 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C2AF5EA-7A47-1952-ADA0-55286CA28B16}"/>
              </a:ext>
            </a:extLst>
          </p:cNvPr>
          <p:cNvSpPr txBox="1"/>
          <p:nvPr/>
        </p:nvSpPr>
        <p:spPr>
          <a:xfrm>
            <a:off x="1664045" y="5551950"/>
            <a:ext cx="9339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ENFERMEDADES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TAQUICARDIA, BRADICARDIA, HIPOCALCEMIA, HIPOPOTASEMIA,</a:t>
            </a:r>
          </a:p>
          <a:p>
            <a:r>
              <a:rPr lang="es-E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CONTRACCION_VENTRICULAR_PREMATURA, ISQUEMIA_CORONARIA, INFARTO_AGUDO_DE_MIOCARDIO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4B88ADE-972F-D3A4-4C0F-E1CFCE00C774}"/>
              </a:ext>
            </a:extLst>
          </p:cNvPr>
          <p:cNvSpPr txBox="1"/>
          <p:nvPr/>
        </p:nvSpPr>
        <p:spPr>
          <a:xfrm>
            <a:off x="806132" y="1538144"/>
            <a:ext cx="8588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  Definición de clases</a:t>
            </a:r>
          </a:p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  Definición de slots, facetas y restricciones</a:t>
            </a:r>
          </a:p>
          <a:p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35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AC9A-AF22-5A1E-2E49-72E18EC7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086D7B-DB87-B1EB-388E-2DE0ADF16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LECTURA DE DATOS DE ENTRADA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2C1557-2E18-1588-AAFE-905D7A26A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41" y="1869534"/>
            <a:ext cx="6180088" cy="485638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4393EA8-FDF1-4F73-B4B7-F917966720C1}"/>
              </a:ext>
            </a:extLst>
          </p:cNvPr>
          <p:cNvSpPr txBox="1"/>
          <p:nvPr/>
        </p:nvSpPr>
        <p:spPr>
          <a:xfrm>
            <a:off x="538206" y="1500202"/>
            <a:ext cx="206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CLASE </a:t>
            </a:r>
            <a:r>
              <a:rPr lang="es-E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LectorECG</a:t>
            </a:r>
            <a:endParaRPr lang="es-E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EDBA66E-4546-4537-F9E4-4E66A170C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135" y="4497076"/>
            <a:ext cx="4324954" cy="192431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63F03E4-4E6C-FE5A-D2B6-33AE0749AA4C}"/>
              </a:ext>
            </a:extLst>
          </p:cNvPr>
          <p:cNvSpPr txBox="1"/>
          <p:nvPr/>
        </p:nvSpPr>
        <p:spPr>
          <a:xfrm>
            <a:off x="7091406" y="4113061"/>
            <a:ext cx="2489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CLASE </a:t>
            </a:r>
            <a:r>
              <a:rPr lang="es-E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EntradaElectro</a:t>
            </a:r>
            <a:endParaRPr lang="es-E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973F7F4-020C-1659-AB34-155589325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135" y="1890623"/>
            <a:ext cx="4810796" cy="144800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8A00727-63AD-52E5-3C95-D3D20BFB9CA7}"/>
              </a:ext>
            </a:extLst>
          </p:cNvPr>
          <p:cNvSpPr txBox="1"/>
          <p:nvPr/>
        </p:nvSpPr>
        <p:spPr>
          <a:xfrm>
            <a:off x="7056135" y="1500202"/>
            <a:ext cx="3022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 Fichero de Entrada</a:t>
            </a:r>
          </a:p>
        </p:txBody>
      </p:sp>
    </p:spTree>
    <p:extLst>
      <p:ext uri="{BB962C8B-B14F-4D97-AF65-F5344CB8AC3E}">
        <p14:creationId xmlns:p14="http://schemas.microsoft.com/office/powerpoint/2010/main" val="141592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31CE7-08B8-CCB1-7ACB-C8A9D883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7739D4-738B-4761-6EF1-D6875BB8C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MEDIDA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5DA2627-D028-822E-9A72-A5EE87F2300E}"/>
              </a:ext>
            </a:extLst>
          </p:cNvPr>
          <p:cNvSpPr txBox="1"/>
          <p:nvPr/>
        </p:nvSpPr>
        <p:spPr>
          <a:xfrm>
            <a:off x="877592" y="2369589"/>
            <a:ext cx="283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ASIGNAR CICLO EN ORDEN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B39B67-94A8-1101-54B8-1ABF6341B416}"/>
              </a:ext>
            </a:extLst>
          </p:cNvPr>
          <p:cNvSpPr txBox="1"/>
          <p:nvPr/>
        </p:nvSpPr>
        <p:spPr>
          <a:xfrm>
            <a:off x="558800" y="5131423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SI ES ONDA P AUMENTAR LOS CICLOS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F3053B-1822-A98D-DEDD-C6F8495BB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25" y="1514457"/>
            <a:ext cx="6792865" cy="23053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8EC2AEB-CA3A-3E88-4993-A1B67C82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12" y="3977640"/>
            <a:ext cx="6830378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8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40C1-C60D-E73A-D986-23225842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B11418-4CFA-2A49-E51B-0D63886A6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MEDIDA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2FFE316-B4BF-7CAC-74FF-F0F2A7404338}"/>
              </a:ext>
            </a:extLst>
          </p:cNvPr>
          <p:cNvSpPr txBox="1"/>
          <p:nvPr/>
        </p:nvSpPr>
        <p:spPr>
          <a:xfrm>
            <a:off x="877592" y="2369589"/>
            <a:ext cx="329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CALCULAR NÚMERO DE CICLOS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1CAAC0-5E6A-23C3-74F9-89D9805B0756}"/>
              </a:ext>
            </a:extLst>
          </p:cNvPr>
          <p:cNvSpPr txBox="1"/>
          <p:nvPr/>
        </p:nvSpPr>
        <p:spPr>
          <a:xfrm>
            <a:off x="684212" y="4635201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CALCULAR RITMO CARDIACO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B92B224-C5C0-91CD-94FE-23BABD776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224" y="832730"/>
            <a:ext cx="6283776" cy="19244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C592115-F93C-2187-DBBF-D0F36E9B4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32536"/>
            <a:ext cx="5740400" cy="397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66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CE4A3-7D96-7897-D08F-E2D233250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42838-C0E4-8FC4-5418-B1E781AF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COMPLEJOS - INTERVALOS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677A666-084E-0E1E-BAF2-FBB7D934AF79}"/>
              </a:ext>
            </a:extLst>
          </p:cNvPr>
          <p:cNvSpPr txBox="1"/>
          <p:nvPr/>
        </p:nvSpPr>
        <p:spPr>
          <a:xfrm>
            <a:off x="684212" y="2583944"/>
            <a:ext cx="329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CALCULAR INTERVALO QT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396F4A-03E2-413F-BDDC-32707CCD3146}"/>
              </a:ext>
            </a:extLst>
          </p:cNvPr>
          <p:cNvSpPr txBox="1"/>
          <p:nvPr/>
        </p:nvSpPr>
        <p:spPr>
          <a:xfrm>
            <a:off x="575956" y="5132796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CALCULAR INTERVALO ST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741E82-37E8-22A6-CD9C-014A1ED9B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371" y="1937717"/>
            <a:ext cx="7728998" cy="22958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5DF9281-14D1-185C-7722-D34DE08CD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291" y="4491759"/>
            <a:ext cx="8402223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3BE5-D6F2-B615-1F9A-D9BA7BC4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BA30A3-23BF-F916-EA85-A31159E3E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COMPLEJOS - INTERVALOS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C75116-4B74-F357-CAF3-8F0EB0BA7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794" y="1450063"/>
            <a:ext cx="7370993" cy="222727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B3485E8-8D9E-A0F9-F670-81302E9C0F13}"/>
              </a:ext>
            </a:extLst>
          </p:cNvPr>
          <p:cNvSpPr txBox="1"/>
          <p:nvPr/>
        </p:nvSpPr>
        <p:spPr>
          <a:xfrm>
            <a:off x="530366" y="2337682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CALCULAR COMPLEJO QRS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FBA3572-F023-A82D-5968-D5586932B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795" y="3884784"/>
            <a:ext cx="7840169" cy="209579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B91E22F-45EC-467C-562F-8D90CAD1090B}"/>
              </a:ext>
            </a:extLst>
          </p:cNvPr>
          <p:cNvSpPr txBox="1"/>
          <p:nvPr/>
        </p:nvSpPr>
        <p:spPr>
          <a:xfrm>
            <a:off x="530365" y="4563348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CALCULAR INTERVALO RR</a:t>
            </a:r>
          </a:p>
        </p:txBody>
      </p:sp>
    </p:spTree>
    <p:extLst>
      <p:ext uri="{BB962C8B-B14F-4D97-AF65-F5344CB8AC3E}">
        <p14:creationId xmlns:p14="http://schemas.microsoft.com/office/powerpoint/2010/main" val="4229894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E7C9-DA34-7F20-658D-4FA7BEB5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06F315-4F47-40EB-FF90-18AE34A99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8534400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COMPLEJOS - INTERVALOS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A2FE60-D38C-C6C1-FEAA-EC59760CF349}"/>
              </a:ext>
            </a:extLst>
          </p:cNvPr>
          <p:cNvSpPr txBox="1"/>
          <p:nvPr/>
        </p:nvSpPr>
        <p:spPr>
          <a:xfrm>
            <a:off x="1948452" y="2297715"/>
            <a:ext cx="277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CALCULAR PROMEDIO RR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D644DF6-3F25-271A-22DD-1B764DBE3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452" y="2856020"/>
            <a:ext cx="8438109" cy="332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45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FFC1-F081-3AD3-1ACE-11DB320E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CAFE0F-8E47-17E7-6487-DF928B491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9242108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DIAGNÓSTICO - ENFERMEDADES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FD9BE5-8F1C-A8E2-8E94-7F03027A58AF}"/>
              </a:ext>
            </a:extLst>
          </p:cNvPr>
          <p:cNvSpPr txBox="1"/>
          <p:nvPr/>
        </p:nvSpPr>
        <p:spPr>
          <a:xfrm>
            <a:off x="768103" y="1910565"/>
            <a:ext cx="277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DETECTAR BRADICARDIA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1564B3-B1F7-9368-D1EC-593A3FDC24B6}"/>
              </a:ext>
            </a:extLst>
          </p:cNvPr>
          <p:cNvSpPr txBox="1"/>
          <p:nvPr/>
        </p:nvSpPr>
        <p:spPr>
          <a:xfrm>
            <a:off x="768103" y="4510157"/>
            <a:ext cx="277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DETECTAR TAQUICARDIA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04E4E5-AA8F-51DF-8EF5-D8683058D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23" y="4919627"/>
            <a:ext cx="10193173" cy="17528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6F46AC8-0E17-3CA9-5130-B83B09DA5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23" y="2406140"/>
            <a:ext cx="10231278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22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BF8F2-1CE9-340A-921B-A200BCE4E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C34F10-BF07-C532-297E-AC49EEAD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9242108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DIAGNÓSTICO - ENFERMEDADES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D1DEAF-0FCC-DDA7-8511-C66D11712AA3}"/>
              </a:ext>
            </a:extLst>
          </p:cNvPr>
          <p:cNvSpPr txBox="1"/>
          <p:nvPr/>
        </p:nvSpPr>
        <p:spPr>
          <a:xfrm>
            <a:off x="846772" y="2762536"/>
            <a:ext cx="3062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DETECTAR HIPOCALCEMIA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DFB13D6-B093-04BC-AC1E-B70F04709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2" y="3429000"/>
            <a:ext cx="10698068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7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D974-D55B-8735-FB18-A2F72D5D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D7A2A2-192F-E1E7-B5B6-3958A6A61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9242108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DIAGNÓSTICO - ENFERMEDADES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5E0EDC-CB99-BD6B-F7E4-E69E97DBA7E3}"/>
              </a:ext>
            </a:extLst>
          </p:cNvPr>
          <p:cNvSpPr txBox="1"/>
          <p:nvPr/>
        </p:nvSpPr>
        <p:spPr>
          <a:xfrm>
            <a:off x="684212" y="2131369"/>
            <a:ext cx="3062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DETECTAR HIPOPOTASEMIA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696CEC-E9F0-5D0C-1D2F-7E393C976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85" y="2745788"/>
            <a:ext cx="11241069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25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30BFB-CDBA-8B24-7E66-54A531E1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349A05-92E6-E74F-FB44-B9F60FFE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9242108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DIAGNÓSTICO - ENFERMEDADES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F0DDC14-4BEE-5FC7-3F42-4C2930552572}"/>
              </a:ext>
            </a:extLst>
          </p:cNvPr>
          <p:cNvSpPr txBox="1"/>
          <p:nvPr/>
        </p:nvSpPr>
        <p:spPr>
          <a:xfrm>
            <a:off x="110744" y="2476809"/>
            <a:ext cx="379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DETECTAR ISQUEMIA CORONARIA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9CB2BE-579A-3C5D-56C7-583E7FC5C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" y="3205003"/>
            <a:ext cx="11970512" cy="25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8E80-F759-8090-FF5D-E4D845D0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576B70-4FD5-9D25-042D-D523E8C9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9242108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DIAGNÓSTICO - ENFERMEDADES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F6F609F-1757-5374-088C-C17099899D2A}"/>
              </a:ext>
            </a:extLst>
          </p:cNvPr>
          <p:cNvSpPr txBox="1"/>
          <p:nvPr/>
        </p:nvSpPr>
        <p:spPr>
          <a:xfrm>
            <a:off x="831571" y="1773759"/>
            <a:ext cx="3796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DETECTAR CONTRACCIÓN VENTRÍCULAR PREMATURA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5ECBB5-561C-A8AD-A51B-F6483F450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71" y="2693648"/>
            <a:ext cx="10528858" cy="290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2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3AB2-A079-D214-4006-97D1B2A8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E01E42-A59B-9802-EDB2-4D50C9137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36605"/>
            <a:ext cx="9242108" cy="1063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REGLAS: REGLAS DE DIAGNÓSTICO - ENFERMEDADES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56BCD99-D2B3-4244-8DB0-9F5A3FB54B29}"/>
              </a:ext>
            </a:extLst>
          </p:cNvPr>
          <p:cNvSpPr txBox="1"/>
          <p:nvPr/>
        </p:nvSpPr>
        <p:spPr>
          <a:xfrm>
            <a:off x="481012" y="1369369"/>
            <a:ext cx="3796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DETECTAR INFARTO               AGUDO DE MIOCARDIO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A8B16C-2AA2-438D-7E20-124024AE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143438"/>
            <a:ext cx="11141445" cy="446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81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3F795-207D-36DA-255D-1880DBC7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74795-32F4-1385-B598-E4F1B97F7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558498"/>
            <a:ext cx="8001000" cy="1016603"/>
          </a:xfrm>
        </p:spPr>
        <p:txBody>
          <a:bodyPr/>
          <a:lstStyle/>
          <a:p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ALERTAS DE ECG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272E38-7BD6-3B67-3573-631BBDFD7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233057"/>
            <a:ext cx="6400800" cy="3066445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de Sistemas Inteligentes</a:t>
            </a:r>
          </a:p>
          <a:p>
            <a:endParaRPr lang="es-E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Lacoste:</a:t>
            </a:r>
          </a:p>
          <a:p>
            <a:pPr marL="342900" indent="-342900">
              <a:buFontTx/>
              <a:buChar char="-"/>
            </a:pPr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Juan Rondan Ramos</a:t>
            </a:r>
          </a:p>
          <a:p>
            <a:pPr marL="342900" indent="-342900">
              <a:buFontTx/>
              <a:buChar char="-"/>
            </a:pPr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Domingo Pujante López de Ochoa</a:t>
            </a:r>
          </a:p>
          <a:p>
            <a:pPr marL="342900" indent="-342900">
              <a:buFontTx/>
              <a:buChar char="-"/>
            </a:pPr>
            <a:r>
              <a:rPr lang="es-E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David Madrid del Amor</a:t>
            </a:r>
          </a:p>
        </p:txBody>
      </p:sp>
    </p:spTree>
    <p:extLst>
      <p:ext uri="{BB962C8B-B14F-4D97-AF65-F5344CB8AC3E}">
        <p14:creationId xmlns:p14="http://schemas.microsoft.com/office/powerpoint/2010/main" val="2942927563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84</TotalTime>
  <Words>364</Words>
  <Application>Microsoft Office PowerPoint</Application>
  <PresentationFormat>Panorámica</PresentationFormat>
  <Paragraphs>85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Wingdings 3</vt:lpstr>
      <vt:lpstr>Sector</vt:lpstr>
      <vt:lpstr>ALERTAS DE ECG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ALERTAS DE ECG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.</dc:creator>
  <cp:lastModifiedBy>Juan .</cp:lastModifiedBy>
  <cp:revision>5</cp:revision>
  <dcterms:created xsi:type="dcterms:W3CDTF">2025-11-27T09:39:09Z</dcterms:created>
  <dcterms:modified xsi:type="dcterms:W3CDTF">2025-12-03T18:44:41Z</dcterms:modified>
</cp:coreProperties>
</file>